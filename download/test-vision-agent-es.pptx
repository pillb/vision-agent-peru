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Resumen estratégico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74175" y="137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Perú  ·  14/07/2026  ·  Perú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1164305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ha cruzado cuatro umbrales en 70 años — y el cuarto, los sistemas autónomos, es el que finalmente actúa sobre el mundo.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2794178" cy="73152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1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estáticos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 – 1980s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humanos codifican reglas; el sistema ejecuta lógica determinista. Cada paso de decisión es completamente auditable porque un humano escribió cada regla.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PUEDE HACER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Auditar cada paso de decisión (completamente explicable)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Ejecutar lógica determinista a velocidad de máquina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Nunca desviarse de la especificación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84048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CREADO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escalable de tareas de alto volumen y bien delimitadas. La línea de ensamblaje de la era digital.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23946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3946" y="1371600"/>
            <a:ext cx="2794178" cy="73152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7" name="Text 15"/>
          <p:cNvSpPr/>
          <p:nvPr/>
        </p:nvSpPr>
        <p:spPr>
          <a:xfrm>
            <a:off x="3361106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2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 automático / profundo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1986 – 2017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61106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aprenden patrones directamente de los datos. Ningún humano escribe las reglas — el modelo las descubre minimizando el error en un conjunto de entrenamiento.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1106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PUEDE HACER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Percibir — clasificar imágenes, transcribir voz, clasificar resultados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Detectar anomalías y calificar riesgo a escala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Mejorar a medida que llegan más datos (hasta reentrenar)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33674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3406826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CREADO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a escala. Reconocimiento de imágenes, calificación de fraude, motores de recomendación — toda la economía de IA de los 2010s.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73572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3572" y="1371600"/>
            <a:ext cx="2794178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310732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3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cognitiva / generativa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 – 2023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10732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 con datos a escala de internet que sintetizan nuevo contenido — texto, código, imágenes, audio — aprendiendo relaciones a través de conjuntos de datos masivos.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10732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PUEDE HACER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Generar contenido de alta calidad entre modalidades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Resumir, traducir e idear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Razonar superficialmente vía prompting de cadena de pensamiento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283300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452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CREADO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 mil millones de inversión privada en 2024 (+18.7% interanual). 78% de las organizaciones ahora usan IA (arriba de 55%).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123197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23197" y="1371600"/>
            <a:ext cx="2794178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260357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 4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autónoma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– presente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60357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perciben, razonan, actúan y se autocorrigen en un ciclo hasta que se alcanza un objetivo. Planifican flujos de trabajo multi-paso, usan herramientas y revisan el curso a medida que las condiciones cambian.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60357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PUEDE HACER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Planificar flujos de trabajo multi-paso y revisar planes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Usar herramientas y APIs de forma autónoma (llamada de funciones)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Reflexionar sobre errores y reintentar con nueva estrategia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232925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5" name="Text 33"/>
          <p:cNvSpPr/>
          <p:nvPr/>
        </p:nvSpPr>
        <p:spPr>
          <a:xfrm>
            <a:off x="9306077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CREADO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procesos de extremo a extremo. "Vender trabajo, no software" — apunta al grupo de utilidades de servicios, no al de software.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4681728"/>
            <a:ext cx="11643055" cy="274320"/>
          </a:xfrm>
          <a:prstGeom prst="rightArrow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681728"/>
            <a:ext cx="1164305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 — Taller de Dartmouth     ────  70 años  ────     2025 — IA autónoma en el pico de expectativas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5074920"/>
            <a:ext cx="11643055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507492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516636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SALTO:  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autónoma añade el ciclo — </a:t>
            </a:r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percibir → razonar → actuar → reflexionar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 → Proactivo  ·  Tiro único → Multi-paso con retroalimentación  ·  Respondiendo → Ejecutando  ·  Herramienta → Colaborador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Agent opera en L5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cicla percibir-razonar-actuar con disyuntor de seguridad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6108192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17220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Fuentes: McKinsey · BCG · Bain · Gartner · Deloitte · WEF · Stanford HAI · MIT Sloan · Sequoia · VastData  ·  2024–2025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6419088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Agent v1.0  ·  Inteligencia de cámara autónoma para el Perú  ·  14/07/2026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Strategic Brief</dc:title>
  <dc:subject>PptxGenJS Presentation</dc:subject>
  <dc:creator>Vision Agent</dc:creator>
  <cp:lastModifiedBy>Vision Agent</cp:lastModifiedBy>
  <cp:revision>1</cp:revision>
  <dcterms:created xsi:type="dcterms:W3CDTF">2026-07-14T05:49:56Z</dcterms:created>
  <dcterms:modified xsi:type="dcterms:W3CDTF">2026-07-14T05:49:56Z</dcterms:modified>
</cp:coreProperties>
</file>