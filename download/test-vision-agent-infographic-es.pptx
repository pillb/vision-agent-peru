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Resumen estratégico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5752" y="91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Perú  ·  14/07/2026  ·  Perú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40080"/>
            <a:ext cx="1164305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ha cruzado cuatro umbrales en 70 años — y el cuarto, los sistemas autónomos, es el que finalmente actúa sobre el mundo.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EVOLUCIÓN DE LA IA — 70 AÑOS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2286000" cy="54864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1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004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estáticos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determinista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6324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63240" y="1234440"/>
            <a:ext cx="2286000" cy="54864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2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15468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automático / profundo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datos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9788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234440"/>
            <a:ext cx="2286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3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8932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cognitiva / generativa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contenido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73252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32520" y="1234440"/>
            <a:ext cx="2286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4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82396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autónoma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239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percibir-razonar-actuar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286000"/>
            <a:ext cx="11274552" cy="320040"/>
          </a:xfrm>
          <a:prstGeom prst="rightArrow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1832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delimitada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29184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a escala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12648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 mil M · 78% usa IA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896112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3427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extremo a extremo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274320" y="3566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AUTÓNOMO — CON RETROALIMENTACIÓN HUMANA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95818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95818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Percibir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00390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COCO-SSD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clases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5274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15274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Razonar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19846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juez LLM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4730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4730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9302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54186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54186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Reflexionar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58758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LLM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siguiente ciclo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49828" y="4174236"/>
            <a:ext cx="50292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56" name="Shape 54"/>
          <p:cNvSpPr/>
          <p:nvPr/>
        </p:nvSpPr>
        <p:spPr>
          <a:xfrm>
            <a:off x="5844388" y="4174236"/>
            <a:ext cx="50292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57" name="Shape 55"/>
          <p:cNvSpPr/>
          <p:nvPr/>
        </p:nvSpPr>
        <p:spPr>
          <a:xfrm>
            <a:off x="8038948" y="4174236"/>
            <a:ext cx="50292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58" name="Shape 56"/>
          <p:cNvSpPr/>
          <p:nvPr/>
        </p:nvSpPr>
        <p:spPr>
          <a:xfrm>
            <a:off x="9332824" y="4663440"/>
            <a:ext cx="109728" cy="27432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59" name="Shape 57"/>
          <p:cNvSpPr/>
          <p:nvPr/>
        </p:nvSpPr>
        <p:spPr>
          <a:xfrm>
            <a:off x="2804008" y="4892040"/>
            <a:ext cx="6583680" cy="109728"/>
          </a:xfrm>
          <a:prstGeom prst="leftArrow">
            <a:avLst/>
          </a:prstGeom>
          <a:solidFill>
            <a:srgbClr val="059669"/>
          </a:solidFill>
          <a:ln/>
        </p:spPr>
      </p:sp>
      <p:sp>
        <p:nvSpPr>
          <p:cNvPr id="60" name="Shape 58"/>
          <p:cNvSpPr/>
          <p:nvPr/>
        </p:nvSpPr>
        <p:spPr>
          <a:xfrm>
            <a:off x="2749144" y="4892040"/>
            <a:ext cx="109728" cy="27432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61" name="Text 59"/>
          <p:cNvSpPr/>
          <p:nvPr/>
        </p:nvSpPr>
        <p:spPr>
          <a:xfrm>
            <a:off x="5181448" y="5029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ciclo autónomo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15688" y="534924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07128" y="5394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 </a:t>
            </a:r>
            <a:pPr algn="ctr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Retroalimentación Humana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· Silenciar · Ajustar umbrales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958688" y="5029200"/>
            <a:ext cx="91440" cy="320040"/>
          </a:xfrm>
          <a:prstGeom prst="downArrow">
            <a:avLst/>
          </a:prstGeom>
          <a:solidFill>
            <a:srgbClr val="F59E0B"/>
          </a:solidFill>
          <a:ln/>
        </p:spPr>
      </p:sp>
      <p:sp>
        <p:nvSpPr>
          <p:cNvPr id="65" name="Shape 63"/>
          <p:cNvSpPr/>
          <p:nvPr/>
        </p:nvSpPr>
        <p:spPr>
          <a:xfrm>
            <a:off x="6141568" y="5029200"/>
            <a:ext cx="91440" cy="320040"/>
          </a:xfrm>
          <a:prstGeom prst="upArrow">
            <a:avLst/>
          </a:pr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57150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— 3 TIERS EVOLUTIVOS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4320" y="5852160"/>
            <a:ext cx="3759098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" y="5852160"/>
            <a:ext cx="3759098" cy="45720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5925312"/>
            <a:ext cx="35762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Tradicional (S1-S2)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65760" y="6144768"/>
            <a:ext cx="3576218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personas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de cola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Disponibilidad de estacionamiento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216298" y="5852160"/>
            <a:ext cx="3759098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16298" y="5852160"/>
            <a:ext cx="3759098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4307738" y="5925312"/>
            <a:ext cx="35762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ML/DL Moderno (S2-S3)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307738" y="6144768"/>
            <a:ext cx="3576218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Grafiti y vandalismo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Objetos abandonados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Fuego y humo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Resbalones y peligros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58277" y="5852160"/>
            <a:ext cx="3759098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58277" y="5852160"/>
            <a:ext cx="375909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7" name="Text 75"/>
          <p:cNvSpPr/>
          <p:nvPr/>
        </p:nvSpPr>
        <p:spPr>
          <a:xfrm>
            <a:off x="8249717" y="5925312"/>
            <a:ext cx="35762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Futuro Agéntico (S4)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249717" y="6144768"/>
            <a:ext cx="3576218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auto-generado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con juez LLM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visual (v2)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Malla multicámara (v3)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 V2 (Infographic)</dc:title>
  <dc:subject>PptxGenJS Presentation</dc:subject>
  <dc:creator>Vision Agent</dc:creator>
  <cp:lastModifiedBy>Vision Agent</cp:lastModifiedBy>
  <cp:revision>1</cp:revision>
  <dcterms:created xsi:type="dcterms:W3CDTF">2026-07-14T06:08:57Z</dcterms:created>
  <dcterms:modified xsi:type="dcterms:W3CDTF">2026-07-14T06:08:57Z</dcterms:modified>
</cp:coreProperties>
</file>