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914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91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Agent — Evolución de Inteligencia de Video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445752" y="914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 Seguridad Sedes BCP  ·  Perú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548640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94360"/>
            <a:ext cx="116430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cámaras que graban a cámaras que razonan y actúan — la evolución de la inteligencia de video para seguridad de sedes BCP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670734" cy="40233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2670734" cy="64008"/>
          </a:xfrm>
          <a:prstGeom prst="rect">
            <a:avLst/>
          </a:prstGeom>
          <a:solidFill>
            <a:srgbClr val="A1A1AA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097280"/>
            <a:ext cx="256032" cy="256032"/>
          </a:xfrm>
          <a:prstGeom prst="ellipse">
            <a:avLst/>
          </a:prstGeom>
          <a:solidFill>
            <a:srgbClr val="A1A1A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1097280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Tradicional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417320"/>
            <a:ext cx="2487854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deterministas escritas por humanos. El sistema ejecuta lógica fija: si X entonces Y. Auditable pero rígido — cada caso nuevo requiere una regla nueva.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5760" y="210312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CAPACIDADES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365760" y="2249424"/>
            <a:ext cx="248785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Conteo de personas y vehículos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intrusión en zonas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Alertas de umbral fijo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Grabación y reproducción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Monitoreo manual en vivo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DIFERENCIAL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65760" y="3026664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de automatización. Sin aprendizaje. El operador debe interpretar cada alerta.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BCP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65760" y="3712464"/>
            <a:ext cx="248785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Conteo de visitantes en agencia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intrusión después de horas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Alerta de puerta abierta en bóveda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Verificación manual de incidentes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65094" y="1005840"/>
            <a:ext cx="2670734" cy="40233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5094" y="1005840"/>
            <a:ext cx="2670734" cy="64008"/>
          </a:xfrm>
          <a:prstGeom prst="rect">
            <a:avLst/>
          </a:prstGeom>
          <a:solidFill>
            <a:srgbClr val="52525B"/>
          </a:solidFill>
          <a:ln/>
        </p:spPr>
      </p:sp>
      <p:sp>
        <p:nvSpPr>
          <p:cNvPr id="22" name="Shape 20"/>
          <p:cNvSpPr/>
          <p:nvPr/>
        </p:nvSpPr>
        <p:spPr>
          <a:xfrm>
            <a:off x="3338246" y="1097280"/>
            <a:ext cx="256032" cy="256032"/>
          </a:xfrm>
          <a:prstGeom prst="ellipse">
            <a:avLst/>
          </a:prstGeom>
          <a:solidFill>
            <a:srgbClr val="52525B"/>
          </a:solidFill>
          <a:ln/>
        </p:spPr>
      </p:sp>
      <p:sp>
        <p:nvSpPr>
          <p:cNvPr id="23" name="Text 21"/>
          <p:cNvSpPr/>
          <p:nvPr/>
        </p:nvSpPr>
        <p:spPr>
          <a:xfrm>
            <a:off x="3338246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49142" y="1097280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/ Deep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6534" y="1417320"/>
            <a:ext cx="2487854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aprenden patrones de los datos. El sistema percibe: clasifica imágenes, detecta anomalías, reconoce objetos — sin que un humano escriba las reglas.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56534" y="210312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252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356534" y="2249424"/>
            <a:ext cx="248785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objetos (COCO-SSD)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Reconocimiento de actividades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Detección de anomalías visuales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escenas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Puntaje de riesgo automático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56534" y="28803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DIFERENCIAL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356534" y="3026664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PERCEPCIÓN. El sistema ve y entiende lo que pasa en el frame, no solo cuenta píxeles.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356534" y="35661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BCP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356534" y="3712464"/>
            <a:ext cx="248785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Grafiti y vandalismo en fachadas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Objetos abandonados en agencia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Fuego y humo (verificación 3 frames)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Colas largas en cajeros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Resbalones y superficies mojadas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Intrusión vehicular fuera de horario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255868" y="1005840"/>
            <a:ext cx="2670734" cy="40233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55868" y="1005840"/>
            <a:ext cx="2670734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29020" y="109728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32902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39916" y="1097280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Cognitiva / GenAI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47308" y="1417320"/>
            <a:ext cx="2487854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que sintetizan contenido — texto, descripciones, resúmenes. El sistema describe lo que ve en lenguaje natural, pero no puede actuar por sí solo.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47308" y="210312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347308" y="2249424"/>
            <a:ext cx="248785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Descripción automática de incidentes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Resumen de eventos del día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Traducción multilingüe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severidad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Consultas en lenguaje natural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347308" y="28803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DIFERENCIAL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347308" y="3026664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ENTENDIMIENTO. El sistema no solo detecta — explica qué pasa y qué tan grave es.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347308" y="35661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BCP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347308" y="3712464"/>
            <a:ext cx="248785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Descripción automática de incidentes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Resumen de eventos para reportes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Clasificación de severidad de alertas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Consultas: "¿hubo aglomeraciones hoy?"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Traducción de reportes a inglés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246641" y="1005840"/>
            <a:ext cx="2670734" cy="40233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4E7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246641" y="1005840"/>
            <a:ext cx="2670734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6" name="Shape 44"/>
          <p:cNvSpPr/>
          <p:nvPr/>
        </p:nvSpPr>
        <p:spPr>
          <a:xfrm>
            <a:off x="9319793" y="1097280"/>
            <a:ext cx="256032" cy="25603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9319793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630689" y="1097280"/>
            <a:ext cx="221353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0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Autónoma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338081" y="1417320"/>
            <a:ext cx="2487854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perciben, razonan, actúan y se autocorrigen en un ciclo. Planifican, usan herramientas, generan reportes y escalan — con gobernanza humana.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338081" y="210312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CAPACIDADES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9338081" y="2249424"/>
            <a:ext cx="2487854" cy="594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Ciclo percibir → razonar → actuar → reflexionar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Uso de herramientas (email, reporte, snapshot)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Juez LLM filtra falsos positivos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Disyuntor (max 5 escaladas/hora)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 incidente auto-generado</a:t>
            </a:r>
            <a:endParaRPr lang="en-US" sz="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Retroalimentación humana integrada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9338081" y="28803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 DIFERENCIAL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9338081" y="3026664"/>
            <a:ext cx="2487854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ACCIÓN AUTÓNOMA. El sistema no solo detecta y describe — decide, ejecuta y aprende. Cierra el ciclo.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338081" y="3566160"/>
            <a:ext cx="2487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USO BCP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9338081" y="3712464"/>
            <a:ext cx="2487854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 incidente auto-generado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Escalada con juez LLM (filtra FP)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Snapshot + email automático a operaciones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Memoria visual: incidentes similares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Malla multicámara con re-ID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Coordinación con centro de monitoreo</a:t>
            </a:r>
            <a:endParaRPr lang="en-US" sz="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3F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Reportes compatibles INDECI/SINPAD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945054" y="2788920"/>
            <a:ext cx="320040" cy="457200"/>
          </a:xfrm>
          <a:prstGeom prst="pentagon">
            <a:avLst/>
          </a:prstGeom>
          <a:solidFill>
            <a:srgbClr val="059669"/>
          </a:solidFill>
          <a:ln/>
          <a:effectLst>
            <a:outerShdw sx="100000" sy="100000" kx="0" ky="0" algn="bl" rotWithShape="0" blurRad="25400" dist="12700" dir="16200000">
              <a:srgbClr val="059669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35828" y="2788920"/>
            <a:ext cx="320040" cy="457200"/>
          </a:xfrm>
          <a:prstGeom prst="pentagon">
            <a:avLst/>
          </a:prstGeom>
          <a:solidFill>
            <a:srgbClr val="059669"/>
          </a:solidFill>
          <a:ln/>
          <a:effectLst>
            <a:outerShdw sx="100000" sy="100000" kx="0" ky="0" algn="bl" rotWithShape="0" blurRad="25400" dist="12700" dir="16200000">
              <a:srgbClr val="059669">
                <a:alpha val="3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926601" y="2788920"/>
            <a:ext cx="320040" cy="457200"/>
          </a:xfrm>
          <a:prstGeom prst="pentagon">
            <a:avLst/>
          </a:prstGeom>
          <a:solidFill>
            <a:srgbClr val="059669"/>
          </a:solidFill>
          <a:ln/>
          <a:effectLst>
            <a:outerShdw sx="100000" sy="100000" kx="0" ky="0" algn="bl" rotWithShape="0" blurRad="25400" dist="12700" dir="16200000">
              <a:srgbClr val="059669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320" y="5074920"/>
            <a:ext cx="11643055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5102352"/>
            <a:ext cx="11368735" cy="3566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REACTIVA (grabar y revisar) → a PERCEPTIVA (detectar anomalías) → a COGNITIVA (entender y describir) → a AUTÓNOMA (decidir, actuar y aprender con gobernanza humana)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74320" y="55778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Dirigido a: VP de Seguridad de Sedes BCP  ·  Objetivo: reducir MTTR, eliminar falsos positivos, automatizar reportes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74320" y="5833872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Fuentes: McKinsey · BCG · Bain · Gartner · Deloitte · WEF · Stanford HAI · MIT Sloan · Sequoia  ·  Arquitectura: TF.js COCO-SSD + motor de reglas + LLM juez + disyuntor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274320" y="6126480"/>
            <a:ext cx="11643055" cy="0"/>
          </a:xfrm>
          <a:prstGeom prst="line">
            <a:avLst/>
          </a:prstGeom>
          <a:noFill/>
          <a:ln w="12700">
            <a:solidFill>
              <a:srgbClr val="E4E4E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6446520"/>
            <a:ext cx="11643055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 Agent v1.0  ·  Inteligencia de cámaras autónoma para sedes BCP  ·  Cero backend, inferencia local, evidencia auditable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Z.ai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Agent — Evolución de IA para Seguridad BCP</dc:title>
  <dc:subject>PptxGenJS Presentation</dc:subject>
  <dc:creator>Vision Agent</dc:creator>
  <cp:lastModifiedBy>Vision Agent</cp:lastModifiedBy>
  <cp:revision>1</cp:revision>
  <dcterms:created xsi:type="dcterms:W3CDTF">2026-07-14T17:39:01Z</dcterms:created>
  <dcterms:modified xsi:type="dcterms:W3CDTF">2026-07-14T17:39:01Z</dcterms:modified>
</cp:coreProperties>
</file>