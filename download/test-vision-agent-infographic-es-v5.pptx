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Resumen estratégico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445752" y="91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Perú  ·  14/07/2026  ·  Perú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40080"/>
            <a:ext cx="1164305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ha cruzado cuatro umbrales en 70 años — y el cuarto, los sistemas autónomos, es el que finalmente actúa sobre el mundo.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EVOLUCIÓN DE LA IA — 70 AÑOS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34440"/>
            <a:ext cx="2286000" cy="54864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1</a:t>
            </a:r>
            <a:endParaRPr lang="en-US" sz="7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004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Programas estáticos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determinista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63240" y="1234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63240" y="1234440"/>
            <a:ext cx="2286000" cy="54864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2</a:t>
            </a:r>
            <a:endParaRPr lang="en-US" sz="7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15468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 automático / profundo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datos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97880" y="1234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234440"/>
            <a:ext cx="2286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3</a:t>
            </a:r>
            <a:endParaRPr lang="en-US" sz="7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8932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cognitiva / generativa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contenido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732520" y="1234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32520" y="1234440"/>
            <a:ext cx="2286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882396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4</a:t>
            </a:r>
            <a:endParaRPr lang="en-US" sz="7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82396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autónoma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239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percibir-razonar-actuar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286000"/>
            <a:ext cx="11274552" cy="320040"/>
          </a:xfrm>
          <a:prstGeom prst="pentagon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2148840"/>
            <a:ext cx="0" cy="137160"/>
          </a:xfrm>
          <a:prstGeom prst="line">
            <a:avLst/>
          </a:prstGeom>
          <a:noFill/>
          <a:ln w="19050">
            <a:solidFill>
              <a:srgbClr val="A1A1A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325880" y="2240280"/>
            <a:ext cx="91440" cy="91440"/>
          </a:xfrm>
          <a:prstGeom prst="ellipse">
            <a:avLst/>
          </a:prstGeom>
          <a:solidFill>
            <a:srgbClr val="A1A1AA"/>
          </a:solidFill>
          <a:ln/>
        </p:spPr>
      </p:sp>
      <p:sp>
        <p:nvSpPr>
          <p:cNvPr id="32" name="Shape 30"/>
          <p:cNvSpPr/>
          <p:nvPr/>
        </p:nvSpPr>
        <p:spPr>
          <a:xfrm>
            <a:off x="4206240" y="2148840"/>
            <a:ext cx="0" cy="137160"/>
          </a:xfrm>
          <a:prstGeom prst="line">
            <a:avLst/>
          </a:prstGeom>
          <a:noFill/>
          <a:ln w="19050">
            <a:solidFill>
              <a:srgbClr val="52525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160520" y="2240280"/>
            <a:ext cx="91440" cy="91440"/>
          </a:xfrm>
          <a:prstGeom prst="ellipse">
            <a:avLst/>
          </a:prstGeom>
          <a:solidFill>
            <a:srgbClr val="52525B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0" y="2148840"/>
            <a:ext cx="0" cy="13716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995160" y="22402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9875520" y="2148840"/>
            <a:ext cx="0" cy="137160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829800" y="224028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4904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1832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03580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
</a:t>
            </a:r>
            <a:pPr algn="ctr" indent="0" marL="0">
              <a:buNone/>
            </a:pPr>
            <a:r>
              <a:rPr lang="en-US" sz="8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delimitada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291840" y="3017520"/>
            <a:ext cx="18288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303580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
</a:t>
            </a:r>
            <a:pPr algn="ctr" indent="0" marL="0">
              <a:buNone/>
            </a:pPr>
            <a:r>
              <a:rPr lang="en-US" sz="8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a escala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6126480" y="3017520"/>
            <a:ext cx="18288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303580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
</a:t>
            </a:r>
            <a:pPr algn="ctr" indent="0" marL="0">
              <a:buNone/>
            </a:pPr>
            <a:r>
              <a:rPr lang="en-US" sz="8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 mil M · 78% usa IA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8961120" y="3017520"/>
            <a:ext cx="18288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34272" y="303580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
</a:t>
            </a:r>
            <a:pPr algn="ctr" indent="0" marL="0">
              <a:buNone/>
            </a:pPr>
            <a:r>
              <a:rPr lang="en-US" sz="8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extremo a extremo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274320" y="3566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AUTÓNOMO — CON RETROALIMENTACIÓN HUMANA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958188" y="379476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16200000">
              <a:srgbClr val="059669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375508" y="3749040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75508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958188" y="3867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Percibir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003908" y="4142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COCO-SSD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clases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52748" y="379476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16200000">
              <a:srgbClr val="059669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570068" y="3749040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0068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52748" y="3867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Razonar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198468" y="4142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reglas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juez LLM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47308" y="379476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16200000">
              <a:srgbClr val="059669">
                <a:alpha val="1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764628" y="3749040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64628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47308" y="3867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Actuar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393028" y="4142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541868" y="379476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16200000">
              <a:srgbClr val="059669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959188" y="3749040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959188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541868" y="3867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Reflexionar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8587588" y="4142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LLM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siguiente ciclo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649828" y="4174236"/>
            <a:ext cx="50292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72" name="Shape 70"/>
          <p:cNvSpPr/>
          <p:nvPr/>
        </p:nvSpPr>
        <p:spPr>
          <a:xfrm>
            <a:off x="5844388" y="4174236"/>
            <a:ext cx="50292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73" name="Shape 71"/>
          <p:cNvSpPr/>
          <p:nvPr/>
        </p:nvSpPr>
        <p:spPr>
          <a:xfrm>
            <a:off x="8038948" y="4174236"/>
            <a:ext cx="50292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74" name="Shape 72"/>
          <p:cNvSpPr/>
          <p:nvPr/>
        </p:nvSpPr>
        <p:spPr>
          <a:xfrm>
            <a:off x="9332824" y="4663440"/>
            <a:ext cx="109728" cy="27432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75" name="Shape 73"/>
          <p:cNvSpPr/>
          <p:nvPr/>
        </p:nvSpPr>
        <p:spPr>
          <a:xfrm>
            <a:off x="2804008" y="4892040"/>
            <a:ext cx="6583680" cy="109728"/>
          </a:xfrm>
          <a:prstGeom prst="leftArrow">
            <a:avLst/>
          </a:prstGeom>
          <a:solidFill>
            <a:srgbClr val="059669"/>
          </a:solidFill>
          <a:ln/>
        </p:spPr>
      </p:sp>
      <p:sp>
        <p:nvSpPr>
          <p:cNvPr id="76" name="Shape 74"/>
          <p:cNvSpPr/>
          <p:nvPr/>
        </p:nvSpPr>
        <p:spPr>
          <a:xfrm>
            <a:off x="2749144" y="4892040"/>
            <a:ext cx="109728" cy="27432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77" name="Text 75"/>
          <p:cNvSpPr/>
          <p:nvPr/>
        </p:nvSpPr>
        <p:spPr>
          <a:xfrm>
            <a:off x="5181448" y="5029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ciclo autónomo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605376" y="5376672"/>
            <a:ext cx="2980944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/>
        </p:spPr>
      </p:sp>
      <p:sp>
        <p:nvSpPr>
          <p:cNvPr id="79" name="Shape 77"/>
          <p:cNvSpPr/>
          <p:nvPr/>
        </p:nvSpPr>
        <p:spPr>
          <a:xfrm>
            <a:off x="4632808" y="53492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24248" y="545896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1" name="Text 79"/>
          <p:cNvSpPr/>
          <p:nvPr/>
        </p:nvSpPr>
        <p:spPr>
          <a:xfrm>
            <a:off x="4724248" y="5458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5181448" y="5394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Retroalimentación Humana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· Silenciar · Ajustar umbrales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958688" y="5029200"/>
            <a:ext cx="91440" cy="320040"/>
          </a:xfrm>
          <a:prstGeom prst="downArrow">
            <a:avLst/>
          </a:prstGeom>
          <a:solidFill>
            <a:srgbClr val="F59E0B"/>
          </a:solidFill>
          <a:ln/>
        </p:spPr>
      </p:sp>
      <p:sp>
        <p:nvSpPr>
          <p:cNvPr id="84" name="Shape 82"/>
          <p:cNvSpPr/>
          <p:nvPr/>
        </p:nvSpPr>
        <p:spPr>
          <a:xfrm>
            <a:off x="6141568" y="5029200"/>
            <a:ext cx="91440" cy="320040"/>
          </a:xfrm>
          <a:prstGeom prst="upArrow">
            <a:avLst/>
          </a:prstGeom>
          <a:solidFill>
            <a:srgbClr val="F59E0B"/>
          </a:solidFill>
          <a:ln/>
        </p:spPr>
      </p:sp>
      <p:sp>
        <p:nvSpPr>
          <p:cNvPr id="85" name="Text 83"/>
          <p:cNvSpPr/>
          <p:nvPr/>
        </p:nvSpPr>
        <p:spPr>
          <a:xfrm>
            <a:off x="274320" y="57150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— 3 TIERS EVOLUTIVOS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74320" y="5852160"/>
            <a:ext cx="3759098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274320" y="5852160"/>
            <a:ext cx="3759098" cy="54864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88" name="Shape 86"/>
          <p:cNvSpPr/>
          <p:nvPr/>
        </p:nvSpPr>
        <p:spPr>
          <a:xfrm>
            <a:off x="384048" y="5980176"/>
            <a:ext cx="201168" cy="201168"/>
          </a:xfrm>
          <a:prstGeom prst="ellipse">
            <a:avLst/>
          </a:prstGeom>
          <a:solidFill>
            <a:srgbClr val="71717A"/>
          </a:solidFill>
          <a:ln/>
        </p:spPr>
      </p:sp>
      <p:sp>
        <p:nvSpPr>
          <p:cNvPr id="89" name="Text 87"/>
          <p:cNvSpPr/>
          <p:nvPr/>
        </p:nvSpPr>
        <p:spPr>
          <a:xfrm>
            <a:off x="384048" y="5980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58368" y="5925312"/>
            <a:ext cx="328361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Tradicional (S1-S2)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181344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Conteo de personas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intrusión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Monitoreo de cola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Disponibilidad de estacionamiento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216298" y="5852160"/>
            <a:ext cx="3759098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216298" y="5852160"/>
            <a:ext cx="375909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4" name="Shape 92"/>
          <p:cNvSpPr/>
          <p:nvPr/>
        </p:nvSpPr>
        <p:spPr>
          <a:xfrm>
            <a:off x="4326026" y="598017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5" name="Text 93"/>
          <p:cNvSpPr/>
          <p:nvPr/>
        </p:nvSpPr>
        <p:spPr>
          <a:xfrm>
            <a:off x="4326026" y="5980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600346" y="5925312"/>
            <a:ext cx="328361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ML/DL Moderno (S2-S3)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353458" y="6181344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Grafiti y vandalismo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Objetos abandonados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Fuego y humo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Resbalones y peligros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8158277" y="5852160"/>
            <a:ext cx="3759098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8158277" y="5852160"/>
            <a:ext cx="3759098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0" name="Shape 98"/>
          <p:cNvSpPr/>
          <p:nvPr/>
        </p:nvSpPr>
        <p:spPr>
          <a:xfrm>
            <a:off x="8268005" y="5980176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1" name="Text 99"/>
          <p:cNvSpPr/>
          <p:nvPr/>
        </p:nvSpPr>
        <p:spPr>
          <a:xfrm>
            <a:off x="8268005" y="5980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8542325" y="5925312"/>
            <a:ext cx="328361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Futuro Agéntico (S4)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8295437" y="6181344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auto-generado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Escalada con juez LLM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Memoria visual (v2)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Malla multicámara (v3)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Strategic Brief V2 (Infographic)</dc:title>
  <dc:subject>PptxGenJS Presentation</dc:subject>
  <dc:creator>Vision Agent</dc:creator>
  <cp:lastModifiedBy>Vision Agent</cp:lastModifiedBy>
  <cp:revision>1</cp:revision>
  <dcterms:created xsi:type="dcterms:W3CDTF">2026-07-14T06:16:18Z</dcterms:created>
  <dcterms:modified xsi:type="dcterms:W3CDTF">2026-07-14T06:16:18Z</dcterms:modified>
</cp:coreProperties>
</file>