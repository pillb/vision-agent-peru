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Strategic Brief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74175" y="137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Peru  ·  2026-07-14  ·  Peru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1164305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has crossed four thresholds in 70 years — and the fourth, agentic systems, is the one that finally acts on the world.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2794178" cy="73152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Programs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 – 1980s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encode rules; the system executes deterministic logic. Every decision step is fully auditable because a human wrote each rule.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every decision step (fully explainable)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Execute deterministic logic at machine speed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Never drift from specification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84048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automation of high-volume, well-bounded tasks. The assembly line of the digital age.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23946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3946" y="1371600"/>
            <a:ext cx="2794178" cy="73152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7" name="Text 15"/>
          <p:cNvSpPr/>
          <p:nvPr/>
        </p:nvSpPr>
        <p:spPr>
          <a:xfrm>
            <a:off x="3361106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/ Deep Learning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1986 – 2017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61106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patterns directly from data. No human writes the rules — the model discovers them by minimizing error on a training set.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1106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Perceive — classify images, transcribe speech, rank results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 anomalies and score risk at scale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Improve as more data arrives (up to retraining)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33674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3406826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at scale. Image recognition, fraud scoring, recommendation engines — the entire 2010s AI economy.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73572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3572" y="1371600"/>
            <a:ext cx="2794178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310732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/ Generative AI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 – 2023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10732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internet-scale data that synthesize new content — text, code, images, audio — by learning relationships across massive datasets.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10732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 high-quality content across modalities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Summarize, translate, and ideate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Reason shallowly via chain-of-thought prompting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283300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452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$33.9B private investment in 2024 (+18.7% YoY). 78% of organizations now use AI (up from 55%).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123197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23197" y="1371600"/>
            <a:ext cx="2794178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260357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4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– present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60357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perceive, reason, act, and self-correct in a loop until a goal is met. They plan multi-step workflows, use tools, and revise course as conditions change.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60357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 multi-step workflows and revise plans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tools and APIs autonomously (function calling)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Reflect on errors and retry with a new strategy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232925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5" name="Text 33"/>
          <p:cNvSpPr/>
          <p:nvPr/>
        </p:nvSpPr>
        <p:spPr>
          <a:xfrm>
            <a:off x="9306077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execution. "Sell work, not software" — targets the services profit pool, not the software profit pool.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4681728"/>
            <a:ext cx="11643055" cy="274320"/>
          </a:xfrm>
          <a:prstGeom prst="rightArrow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681728"/>
            <a:ext cx="1164305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 — Dartmouth Workshop     ────  70 years  ────     2025 — Agentic AI at Peak of Expectations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5074920"/>
            <a:ext cx="11643055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507492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516636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LEAP:  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adds the loop — </a:t>
            </a:r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perceive → reason → act → reflect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→ Proactive  ·  Single-shot → Multi-step with feedback  ·  Answering → Executing  ·  Tool → Collaborator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Agent operates at L5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loops perceive-reason-act with safety circuit breaker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6108192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17220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McKinsey · BCG · Bain · Gartner · Deloitte · WEF · Stanford HAI · MIT Sloan · Sequoia · VastData  ·  2024–2025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6419088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Agent v1.0  ·  Agentic Camera Intelligence for Peru  ·  2026-07-14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Strategic Brief</dc:title>
  <dc:subject>PptxGenJS Presentation</dc:subject>
  <dc:creator>Vision Agent</dc:creator>
  <cp:lastModifiedBy>Vision Agent</cp:lastModifiedBy>
  <cp:revision>1</cp:revision>
  <dcterms:created xsi:type="dcterms:W3CDTF">2026-07-14T05:50:05Z</dcterms:created>
  <dcterms:modified xsi:type="dcterms:W3CDTF">2026-07-14T05:50:05Z</dcterms:modified>
</cp:coreProperties>
</file>