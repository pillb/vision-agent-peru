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Evolución de Inteligencia de Video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Seguridad Sedes BCP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cámaras que graban a cámaras que razonan y actúan — la evolución de la inteligencia de video para seguridad de sedes BCP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670734" cy="64008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097280"/>
            <a:ext cx="256032" cy="256032"/>
          </a:xfrm>
          <a:prstGeom prst="ellipse">
            <a:avLst/>
          </a:prstGeom>
          <a:solidFill>
            <a:srgbClr val="A1A1A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Tradicional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deterministas escritas por humanos. El sistema ejecuta lógica fija: si X entonces Y. Auditable pero rígido — cada caso nuevo requiere una regla nueva.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personas y vehículos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 en zonas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de umbral fijo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Grabación y reproducción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manual en vivo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5760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automatización. Sin aprendizaje. El operador debe interpretar cada alerta.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65760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visitantes en agencia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 después de horas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 de puerta abierta en bóveda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Verificación manual de incidentes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65094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5094" y="1005840"/>
            <a:ext cx="2670734" cy="64008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8246" y="1097280"/>
            <a:ext cx="256032" cy="256032"/>
          </a:xfrm>
          <a:prstGeom prst="ellipse">
            <a:avLst/>
          </a:prstGeom>
          <a:solidFill>
            <a:srgbClr val="52525B"/>
          </a:solidFill>
          <a:ln/>
        </p:spPr>
      </p:sp>
      <p:sp>
        <p:nvSpPr>
          <p:cNvPr id="23" name="Text 21"/>
          <p:cNvSpPr/>
          <p:nvPr/>
        </p:nvSpPr>
        <p:spPr>
          <a:xfrm>
            <a:off x="3338246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49142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Deep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6534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aprenden patrones de los datos. El sistema percibe: clasifica imágenes, detecta anomalías, reconoce objetos — sin que un humano escriba las reglas.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56534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356534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objetos (COCO-SSD)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Reconocimiento de actividades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anomalías visuales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escenas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Puntaje de riesgo automático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56534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356534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PERCEPCIÓN. El sistema ve y entiende lo que pasa en el frame, no solo cuenta píxeles.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56534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356534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Grafiti y vandalismo en fachadas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Objetos abandonados en agencia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Fuego y humo (verificación 3 frames)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Colas largas en cajeros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Resbalones y superficies mojadas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Intrusión vehicular fuera de horario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255868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55868" y="1005840"/>
            <a:ext cx="2670734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9020" y="10972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32902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39916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Cognitiva / GenAI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47308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sintetizan contenido — texto, descripciones, resúmenes. El sistema describe lo que ve en lenguaje natural, pero no puede actuar por sí solo.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47308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347308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automática de incidentes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Resumen de eventos del día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Traducción multilingüe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Consultas en lenguaje natural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47308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47308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ENTENDIMIENTO. El sistema no solo detecta — explica qué pasa y qué tan grave es.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47308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347308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automática de incidentes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Resumen de eventos para reportes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 de alertas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Consultas: "¿hubo aglomeraciones hoy?"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Traducción de reportes a inglés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246641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46641" y="1005840"/>
            <a:ext cx="2670734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Shape 44"/>
          <p:cNvSpPr/>
          <p:nvPr/>
        </p:nvSpPr>
        <p:spPr>
          <a:xfrm>
            <a:off x="9319793" y="109728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9319793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30689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38081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perciben, razonan, actúan y se autocorrigen en un ciclo. Planifican, usan herramientas, generan reportes y escalan — con gobernanza humana.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338081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338081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Ciclo percibir → razonar → actuar → reflexionar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Uso de herramientas (email, reporte, snapshot)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Juez LLM filtra falsos positivos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Disyuntor (max 5 escaladas/hora)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incidente auto-generado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Retroalimentación humana integrada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9338081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9338081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ACCIÓN AUTÓNOMA. El sistema no solo detecta y describe — decide, ejecuta y aprende. Cierra el ciclo.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338081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9338081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incidente auto-generado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con juez LLM (filtra FP)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+ email automático a operaciones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visual: incidentes similares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Malla multicámara con re-ID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Coordinación con centro de monitoreo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Reportes compatibles INDECI/SINPAD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945054" y="2788920"/>
            <a:ext cx="320040" cy="457200"/>
          </a:xfrm>
          <a:prstGeom prst="pentagon">
            <a:avLst/>
          </a:prstGeom>
          <a:solidFill>
            <a:srgbClr val="059669"/>
          </a:solidFill>
          <a:ln/>
          <a:effectLst>
            <a:outerShdw sx="100000" sy="100000" kx="0" ky="0" algn="bl" rotWithShape="0" blurRad="25400" dist="12700" dir="16200000">
              <a:srgbClr val="059669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35828" y="2788920"/>
            <a:ext cx="320040" cy="457200"/>
          </a:xfrm>
          <a:prstGeom prst="pentagon">
            <a:avLst/>
          </a:prstGeom>
          <a:solidFill>
            <a:srgbClr val="059669"/>
          </a:solidFill>
          <a:ln/>
          <a:effectLst>
            <a:outerShdw sx="100000" sy="100000" kx="0" ky="0" algn="bl" rotWithShape="0" blurRad="25400" dist="12700" dir="16200000">
              <a:srgbClr val="059669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926601" y="2788920"/>
            <a:ext cx="320040" cy="457200"/>
          </a:xfrm>
          <a:prstGeom prst="pentagon">
            <a:avLst/>
          </a:prstGeom>
          <a:solidFill>
            <a:srgbClr val="059669"/>
          </a:solidFill>
          <a:ln/>
          <a:effectLst>
            <a:outerShdw sx="100000" sy="100000" kx="0" ky="0" algn="bl" rotWithShape="0" blurRad="25400" dist="12700" dir="16200000">
              <a:srgbClr val="059669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5074920"/>
            <a:ext cx="11643055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5102352"/>
            <a:ext cx="11368735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REACTIVA (grabar y revisar) → a PERCEPTIVA (detectar anomalías) → a COGNITIVA (entender y describir) → a AUTÓNOMA (decidir, actuar y aprender con gobernanza humana)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74320" y="55778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Dirigido a: VP de Seguridad de Sedes BCP  ·  Objetivo: reducir MTTR, eliminar falsos positivos, automatizar reportes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74320" y="5833872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Fuentes: McKinsey · BCG · Bain · Gartner · Deloitte · WEF · Stanford HAI · MIT Sloan · Sequoia  ·  Arquitectura: TF.js COCO-SSD + motor de reglas + LLM juez + disyuntor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274320" y="612648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644652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Agent v1.0  ·  Inteligencia de cámaras autónoma para sedes BCP  ·  Cero backend, inferencia local, evidencia auditable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Evolución de IA para Seguridad BCP</dc:title>
  <dc:subject>PptxGenJS Presentation</dc:subject>
  <dc:creator>Vision Agent</dc:creator>
  <cp:lastModifiedBy>Vision Agent</cp:lastModifiedBy>
  <cp:revision>1</cp:revision>
  <dcterms:created xsi:type="dcterms:W3CDTF">2026-07-14T14:26:02Z</dcterms:created>
  <dcterms:modified xsi:type="dcterms:W3CDTF">2026-07-14T14:26:02Z</dcterms:modified>
</cp:coreProperties>
</file>