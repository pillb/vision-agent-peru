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Agent — Resumen estratégico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445752" y="91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Perú  ·  Perú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94360"/>
            <a:ext cx="116430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evolucionó en cuatro etapas — cada una añadió capacidades que la anterior no tenía, hasta llegar a sistemas que actúan autónomamente.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807894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2807894" cy="54864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97280"/>
            <a:ext cx="26250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1261872"/>
            <a:ext cx="262501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Programas Estáticos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508760"/>
            <a:ext cx="2625014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humanos codifican reglas; el sistema ejecuta lógica determinista. Cada decisión es auditable porque un humano escribió cada regla. Sin aprendizaje ni adaptación.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148840"/>
            <a:ext cx="262501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2304288"/>
            <a:ext cx="2625014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Conteo de personas y vehículos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intrusión en zonas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Monitoreo de colas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Disponibilidad de estacionamiento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Dwell time en bahías de carga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19374" y="1005840"/>
            <a:ext cx="2807894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9374" y="1005840"/>
            <a:ext cx="2807894" cy="54864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814" y="1097280"/>
            <a:ext cx="26250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10814" y="1261872"/>
            <a:ext cx="262501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/ Deep Learning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814" y="1508760"/>
            <a:ext cx="2625014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aprenden patrones de los datos. Ningún humano escribe las reglas — el modelo las descubre. Percepción a escala: clasificación, detección de anomalías, reconocimiento.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10814" y="2148840"/>
            <a:ext cx="262501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10814" y="2304288"/>
            <a:ext cx="2625014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Grafiti y vandalismo en fachadas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Objetos abandonados o sospechosos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Fuego y humo (3 fotogramas)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Resbalones y superficies mojadas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Intrusión vehicular fuera de horario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Cámaras térmicas nocturnas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Nivel de agua e inundaciones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Deslizamientos con frame-diff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64428" y="1005840"/>
            <a:ext cx="2807894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4428" y="1005840"/>
            <a:ext cx="280789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255868" y="1097280"/>
            <a:ext cx="26250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255868" y="1261872"/>
            <a:ext cx="262501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Cognitiva / Generativa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55868" y="1508760"/>
            <a:ext cx="2625014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sintetizan nuevo contenido — texto, código, imágenes. Asistentes que resumen, traducen y responden preguntas, pero no pueden actuar en el mundo ni perseguir objetivos.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55868" y="2148840"/>
            <a:ext cx="262501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55868" y="2304288"/>
            <a:ext cx="2625014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Descripción automática de incidentes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Resumen de eventos del día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Traducción multilingüe de reportes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Clasificación de severidad por lenguaje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Consultas en lenguaje natural sobre video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109481" y="1005840"/>
            <a:ext cx="2807894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09481" y="1005840"/>
            <a:ext cx="280789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9200921" y="1097280"/>
            <a:ext cx="26250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9200921" y="1261872"/>
            <a:ext cx="262501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Autónoma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00921" y="1508760"/>
            <a:ext cx="2625014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perciben, razonan, actúan y se autocorrigen en un ciclo. Planifican flujos multi-paso, usan herramientas y revisan el curso. De la asistencia a la ejecución de extremo a extremo.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200921" y="2148840"/>
            <a:ext cx="262501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200921" y="2304288"/>
            <a:ext cx="2625014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de incidente auto-generado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Escalada con juez LLM (filtra FP)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Memoria visual: incidentes similares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Malla multicámara con re-ID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Daño estructural post-sismo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Inteligencia de negocio (conversión)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Respuesta coordinada a desastres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Escalada a servicios de emergencia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3566160"/>
            <a:ext cx="2807894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593592"/>
            <a:ext cx="266159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deterministas · Entrada estructurada · Sin aprendizaje · Auditoría completa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19374" y="3566160"/>
            <a:ext cx="2807894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2526" y="3593592"/>
            <a:ext cx="266159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· Clasificación · Detección de anomalías · Reconocimiento de patrones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164428" y="3566160"/>
            <a:ext cx="2807894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7580" y="3593592"/>
            <a:ext cx="266159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contenido · Resumen · Traducción · Razonamiento superficial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109481" y="3566160"/>
            <a:ext cx="2807894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82633" y="3593592"/>
            <a:ext cx="2661590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multi-paso · Uso de herramientas · Autocorrección · Orquestación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74320" y="40233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CICLO AUTÓNOMO — CON RETROALIMENTACIÓN HUMANA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75408" y="425196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59669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736696" y="420624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36696" y="42062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75408" y="42976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Percibir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621128" y="44805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COCO-SSD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clases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449928" y="425196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59669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611216" y="420624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11216" y="42062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449928" y="42976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Razonar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495648" y="44805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reglas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juez LLM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324448" y="425196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59669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485736" y="420624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85736" y="42062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324448" y="42976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70168" y="44805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198968" y="425196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59669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360256" y="420624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60256" y="42062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198968" y="42976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Reflexionar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244688" y="44805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 LLM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próximo ciclo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992728" y="4471416"/>
            <a:ext cx="45720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66" name="Shape 64"/>
          <p:cNvSpPr/>
          <p:nvPr/>
        </p:nvSpPr>
        <p:spPr>
          <a:xfrm>
            <a:off x="5867248" y="4471416"/>
            <a:ext cx="45720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67" name="Shape 65"/>
          <p:cNvSpPr/>
          <p:nvPr/>
        </p:nvSpPr>
        <p:spPr>
          <a:xfrm>
            <a:off x="7741768" y="4471416"/>
            <a:ext cx="45720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68" name="Shape 66"/>
          <p:cNvSpPr/>
          <p:nvPr/>
        </p:nvSpPr>
        <p:spPr>
          <a:xfrm>
            <a:off x="8861908" y="4800600"/>
            <a:ext cx="91440" cy="22860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69" name="Shape 67"/>
          <p:cNvSpPr/>
          <p:nvPr/>
        </p:nvSpPr>
        <p:spPr>
          <a:xfrm>
            <a:off x="3284068" y="4983480"/>
            <a:ext cx="5623560" cy="91440"/>
          </a:xfrm>
          <a:prstGeom prst="leftArrow">
            <a:avLst/>
          </a:prstGeom>
          <a:solidFill>
            <a:srgbClr val="059669"/>
          </a:solidFill>
          <a:ln/>
        </p:spPr>
      </p:sp>
      <p:sp>
        <p:nvSpPr>
          <p:cNvPr id="70" name="Shape 68"/>
          <p:cNvSpPr/>
          <p:nvPr/>
        </p:nvSpPr>
        <p:spPr>
          <a:xfrm>
            <a:off x="3238348" y="4983480"/>
            <a:ext cx="91440" cy="228600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71" name="Text 69"/>
          <p:cNvSpPr/>
          <p:nvPr/>
        </p:nvSpPr>
        <p:spPr>
          <a:xfrm>
            <a:off x="5181448" y="509320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 ciclo autónomo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724248" y="530352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97400" y="539496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4" name="Text 72"/>
          <p:cNvSpPr/>
          <p:nvPr/>
        </p:nvSpPr>
        <p:spPr>
          <a:xfrm>
            <a:off x="4797400" y="5394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135728" y="53309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Retroalimentación Humana</a:t>
            </a:r>
            <a:endParaRPr lang="en-US" sz="10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· Silenciar · Ajustar umbrales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004408" y="5093208"/>
            <a:ext cx="64008" cy="210312"/>
          </a:xfrm>
          <a:prstGeom prst="downArrow">
            <a:avLst/>
          </a:prstGeom>
          <a:solidFill>
            <a:srgbClr val="F59E0B"/>
          </a:solidFill>
          <a:ln/>
        </p:spPr>
      </p:sp>
      <p:sp>
        <p:nvSpPr>
          <p:cNvPr id="77" name="Shape 75"/>
          <p:cNvSpPr/>
          <p:nvPr/>
        </p:nvSpPr>
        <p:spPr>
          <a:xfrm>
            <a:off x="6123280" y="5093208"/>
            <a:ext cx="64008" cy="210312"/>
          </a:xfrm>
          <a:prstGeom prst="upArrow">
            <a:avLst/>
          </a:prstGeom>
          <a:solidFill>
            <a:srgbClr val="F59E0B"/>
          </a:solidFill>
          <a:ln/>
        </p:spPr>
      </p:sp>
      <p:sp>
        <p:nvSpPr>
          <p:cNvPr id="78" name="Shape 76"/>
          <p:cNvSpPr/>
          <p:nvPr/>
        </p:nvSpPr>
        <p:spPr>
          <a:xfrm>
            <a:off x="274320" y="5760720"/>
            <a:ext cx="11643055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" y="5788152"/>
            <a:ext cx="11368735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mayoría de los sistemas de cámaras cívicas son Etapa 2: cuentan personas y activan una alerta de umbral estático. Vision Agent cierra el ciclo — percibe la plaza, razona sobre anomalías, actúa vía escalada de 3 niveles, y reflexiona vía el juez LLM que filtra falsos positivos.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74320" y="6263640"/>
            <a:ext cx="11643055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GENERADO: respuesta automática · evidencia auditable · gobernanza con disyuntor · reportes auto-generados · juez LLM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74320" y="6492240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Fuentes: McKinsey · BCG · Bain · Gartner · Deloitte · WEF · Stanford HAI · MIT Sloan · Sequoia · VastData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Agent — Strategic Brief V2</dc:title>
  <dc:subject>PptxGenJS Presentation</dc:subject>
  <dc:creator>Vision Agent</dc:creator>
  <cp:lastModifiedBy>Vision Agent</cp:lastModifiedBy>
  <cp:revision>1</cp:revision>
  <dcterms:created xsi:type="dcterms:W3CDTF">2026-07-14T06:37:41Z</dcterms:created>
  <dcterms:modified xsi:type="dcterms:W3CDTF">2026-07-14T06:37:41Z</dcterms:modified>
</cp:coreProperties>
</file>