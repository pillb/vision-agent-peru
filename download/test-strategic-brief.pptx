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Cusco Vision Agent — Strategic Brief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74175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·  2026-07-14  ·  Peru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crossed four thresholds in 70 years — and the fourth, agentic systems, finally acts on the world.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794178" cy="73152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Programs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– 1980s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encode rules; system executes deterministic logic.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every step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Machine speed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drifts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bounded automation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23946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946" y="1371600"/>
            <a:ext cx="2794178" cy="73152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1106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 – 2017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1106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patterns from data — no human writes rules.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1106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Perceive images, speech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 anomalies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 with data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33674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6826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at scale — 2010s AI economy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73572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3572" y="1371600"/>
            <a:ext cx="279417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10732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/ GenAI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 – 2023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10732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synthesize content from internet-scale training.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0732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text, code, images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Summarize &amp; translate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Reason shallowly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83300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$33.9B invested 2024; 78% orgs use AI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23197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23197" y="1371600"/>
            <a:ext cx="279417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60357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– present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60357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perceive, reason, act, self-correct in a loop.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0357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multi-step workflows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tools &amp; APIs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Self-correct on failure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232925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5" name="Text 33"/>
          <p:cNvSpPr/>
          <p:nvPr/>
        </p:nvSpPr>
        <p:spPr>
          <a:xfrm>
            <a:off x="9306077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execution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11643055" cy="274320"/>
          </a:xfrm>
          <a:prstGeom prst="rightArrow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81728"/>
            <a:ext cx="11643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— Dartmouth Workshop     ────  70 years  ────     2025 — Agentic AI at Peak of Expectations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5074920"/>
            <a:ext cx="11643055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07492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5166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LEAP:  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adds the loop —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 → reason → act → reflect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  ·  Single-shot → Multi-step  ·  Answering → Executing  ·  Tool → Collaborator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Cusco Vision Agent operates at Stage 4 (L5 autonomy)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perceive plaza → reason on anomalies → act via 3-tier escalation → reflect via LLM judge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108192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17220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McKinsey · BCG · Bain · Gartner · Deloitte · WEF · Stanford HAI · MIT Sloan · Sequoia · VastData  ·  2024–2025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6419088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Cusco Vision Agent v1.0  ·  Agentic Camera Intelligence for Peru  ·  2026-07-14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Cusco Vision Agent — Strategic Brief</dc:title>
  <dc:subject>PptxGenJS Presentation</dc:subject>
  <dc:creator>Cusco Vision Agent</dc:creator>
  <cp:lastModifiedBy>Cusco Vision Agent</cp:lastModifiedBy>
  <cp:revision>1</cp:revision>
  <dcterms:created xsi:type="dcterms:W3CDTF">2026-07-14T04:44:08Z</dcterms:created>
  <dcterms:modified xsi:type="dcterms:W3CDTF">2026-07-14T04:44:08Z</dcterms:modified>
</cp:coreProperties>
</file>