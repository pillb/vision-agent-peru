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Resumen estratégico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evolucionó en cuatro etapas — cada una añadió capacidades que la anterior no tenía, hasta llegar a sistemas que actúan autónomamente con gobernanza humana.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807894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Estáticos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humanos codifican reglas; el sistema ejecuta lógica determinista. Cada decisión es auditable porque un humano escribió cada regla. Sin aprendizaje ni adaptación.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 y vehículos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en zonas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de colas en accesos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Disponibilidad de estacionamiento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Dwell time en bahías de carga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19374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9374" y="1005840"/>
            <a:ext cx="2807894" cy="548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814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10814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814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aprenden patrones de los datos. Ningún humano escribe las reglas — el modelo las descubre. Percepción a escala: clasificación, detección de anomalías, reconocimiento de patrones.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814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10814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 en fachadas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 o sospechosos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 (verificación 3 fotogramas)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superficies mojadas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Intrusión vehicular fuera de horario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Perímetro térmico nocturno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Inteligencia de negocio (conversión)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Inundación: YOLOv8n-seg polígono de agua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Deslizamiento: frame-diff + flujo óptico RAFT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64428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4428" y="1005840"/>
            <a:ext cx="280789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55868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55868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Cognitiva / Generativa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5868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sintetizan nuevo contenido — texto, código, imágenes. Asistentes que resumen, traducen y responden preguntas, pero no pueden actuar en el mundo ni perseguir objetivos multi-paso.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55868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55868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del día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multilingüe de reportes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 por lenguaje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 en lenguaje natural sobre video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de extensión de inundación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 de grietas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09481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09481" y="1005840"/>
            <a:ext cx="280789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00921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200921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00921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perciben, razonan, actúan y se autocorrigen en un ciclo. Planifican flujos multi-paso, usan herramientas y revisan el curso. De la asistencia a la ejecución de extremo a extremo con gobernanza humana.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00921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200921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 (filtra falsos positivos)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visual: incidentes similares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con re-identificación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Daño estructural post-sismo (YOLOv11)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Respuesta coordinada a desastres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a INDECI/SINPAD con reporte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 SASPe → modo escaneo post-sismo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deterministas · Entrada estructurada · Sin aprendizaje · Auditoría completa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19374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2526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· Clasificación · Detección de anomalías · Reconocimiento de patrones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64428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7580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contenido · Resumen · Traducción · Razonamiento superficial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09481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2633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multi-paso · Uso de herramientas · Autocorrección · Orquestación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4320" y="416052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AUTÓNOMO — CON RETROALIMENTACIÓN HUMANA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7540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62112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2112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84972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Percibir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62112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YOLOv11-crack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4992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9564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564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2424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9564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juez LLM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444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7016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016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9876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7016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INDECI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19896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4468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4468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7328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Reflexionar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4468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próximo ciclo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99272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6" name="Shape 64"/>
          <p:cNvSpPr/>
          <p:nvPr/>
        </p:nvSpPr>
        <p:spPr>
          <a:xfrm>
            <a:off x="586724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7" name="Shape 65"/>
          <p:cNvSpPr/>
          <p:nvPr/>
        </p:nvSpPr>
        <p:spPr>
          <a:xfrm>
            <a:off x="774176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8" name="Shape 66"/>
          <p:cNvSpPr/>
          <p:nvPr/>
        </p:nvSpPr>
        <p:spPr>
          <a:xfrm>
            <a:off x="8861908" y="4937760"/>
            <a:ext cx="91440" cy="22860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69" name="Shape 67"/>
          <p:cNvSpPr/>
          <p:nvPr/>
        </p:nvSpPr>
        <p:spPr>
          <a:xfrm>
            <a:off x="3284068" y="5120640"/>
            <a:ext cx="5623560" cy="91440"/>
          </a:xfrm>
          <a:prstGeom prst="leftArrow">
            <a:avLst/>
          </a:prstGeom>
          <a:solidFill>
            <a:srgbClr val="059669"/>
          </a:solidFill>
          <a:ln/>
        </p:spPr>
      </p:sp>
      <p:sp>
        <p:nvSpPr>
          <p:cNvPr id="70" name="Shape 68"/>
          <p:cNvSpPr/>
          <p:nvPr/>
        </p:nvSpPr>
        <p:spPr>
          <a:xfrm>
            <a:off x="3238348" y="5120640"/>
            <a:ext cx="91440" cy="22860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5272888" y="495604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ciclo autónomo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24248" y="54406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97400" y="5532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4797400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135728" y="546811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Retroalimentación Humana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· Silenciar · Ajustar umbrales · Disyuntor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04408" y="5257800"/>
            <a:ext cx="64008" cy="182880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6123280" y="5257800"/>
            <a:ext cx="64008" cy="182880"/>
          </a:xfrm>
          <a:prstGeom prst="upArrow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274320" y="5715000"/>
            <a:ext cx="11643055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575157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mayoría de los sistemas de cámaras cívicas son Etapa 2: cuentan personas y activan una alerta de umbral estático. Vision Agent cierra el ciclo — percibe la plaza, razona sobre anomalías, actúa vía escalada de 3 niveles, y reflexiona vía el juez LLM que filtra falsos positivos. El mismo pipeline Stage 1–5, ActionLog inmutable, disyuntor y cero backend sirve para detección comercial Y para desastres (inundación, deslizamiento, post-sismo).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6217920"/>
            <a:ext cx="11643055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VALOR: respuesta automática · evidencia auditable · disyuntor · reportes auto-generados · juez LLM · cero backend · compatible INDECI/SINPAD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74320" y="649224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Fuentes: McKinsey · BCG · Bain · Gartner · Deloitte · WEF · Stanford HAI · MIT Sloan · Sequoia · VastData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 V2</dc:title>
  <dc:subject>PptxGenJS Presentation</dc:subject>
  <dc:creator>Vision Agent</dc:creator>
  <cp:lastModifiedBy>Vision Agent</cp:lastModifiedBy>
  <cp:revision>1</cp:revision>
  <dcterms:created xsi:type="dcterms:W3CDTF">2026-07-14T06:58:20Z</dcterms:created>
  <dcterms:modified xsi:type="dcterms:W3CDTF">2026-07-14T06:58:20Z</dcterms:modified>
</cp:coreProperties>
</file>